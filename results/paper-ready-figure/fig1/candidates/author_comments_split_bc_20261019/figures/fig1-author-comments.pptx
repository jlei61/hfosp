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7830800" cy="143103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1-complete-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830800" cy="14310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1-pane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3235"/>
            <a:ext cx="17830800" cy="96238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1-pane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161" y="0"/>
            <a:ext cx="9360477" cy="1431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1-panel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348" y="0"/>
            <a:ext cx="13034103" cy="1431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1-pan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30116"/>
            <a:ext cx="17830800" cy="60501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1-pane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0"/>
            <a:ext cx="16733520" cy="1431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1-pane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91405"/>
            <a:ext cx="17830800" cy="59275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1-panel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99" y="0"/>
            <a:ext cx="17062800" cy="1431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