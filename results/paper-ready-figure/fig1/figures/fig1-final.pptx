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7830800" cy="14310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complete-layout;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panela;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panelb;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panelc;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paneld;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panele;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panelf; author accepted 2026-10-10. Frozen scientific image, no resampling in source asset. Editable vector version supplied separately as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complete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0" cy="1431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235"/>
            <a:ext cx="17830800" cy="96238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890"/>
            <a:ext cx="17830800" cy="11572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0117"/>
            <a:ext cx="17830800" cy="60501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95" y="0"/>
            <a:ext cx="14022810" cy="1431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1406"/>
            <a:ext cx="17830800" cy="5927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00" y="0"/>
            <a:ext cx="17062800" cy="143103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